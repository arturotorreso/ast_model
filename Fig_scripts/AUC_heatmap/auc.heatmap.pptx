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2" Type="http://schemas.openxmlformats.org/package/2006/relationships/metadata/thumbnail" Target="docProps/thumbnail.jpeg"/>
<Relationship Id="rId1" Type="http://schemas.openxmlformats.org/officeDocument/2006/relationships/officeDocument" Target="ppt/presentation.xml"/>
<Relationship Id="rId4" Type="http://schemas.openxmlformats.org/officeDocument/2006/relationships/extended-properties" Target="docProps/app.xml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</p:sldIdLst>
  <p:sldSz cx="10698163" cy="7562850"/>
  <p:notesSz cx="6858000" cy="9144000"/>
  <p:defaultTextStyle>
    <a:defPPr>
      <a:defRPr lang="en-US"/>
    </a:defPPr>
    <a:lvl1pPr marL="0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1pPr>
    <a:lvl2pPr marL="497982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2pPr>
    <a:lvl3pPr marL="995964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3pPr>
    <a:lvl4pPr marL="1493947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4pPr>
    <a:lvl5pPr marL="1991929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5pPr>
    <a:lvl6pPr marL="2489911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6pPr>
    <a:lvl7pPr marL="2987893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7pPr>
    <a:lvl8pPr marL="3485876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8pPr>
    <a:lvl9pPr marL="3983858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76" d="100"/>
          <a:sy n="76" d="100"/>
        </p:scale>
        <p:origin x="-1320" y="-77"/>
      </p:cViewPr>
      <p:guideLst>
        <p:guide orient="horz" pos="2382"/>
        <p:guide pos="337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viewProps" Target="viewProps.xml"/>
<Relationship Id="rId2" Type="http://schemas.openxmlformats.org/officeDocument/2006/relationships/presProps" Target="presProps.xml"/>
<Relationship Id="rId1" Type="http://schemas.openxmlformats.org/officeDocument/2006/relationships/slideMaster" Target="slideMasters/slideMaster1.xml"/>
<Relationship Id="rId5" Type="http://schemas.openxmlformats.org/officeDocument/2006/relationships/tableStyles" Target="tableStyles.xml"/>
<Relationship Id="rId4" Type="http://schemas.openxmlformats.org/officeDocument/2006/relationships/theme" Target="theme/theme1.xml"/>
<Relationship Id="rId6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2362" y="2349388"/>
            <a:ext cx="9093439" cy="162111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4725" y="4285615"/>
            <a:ext cx="7488714" cy="1932728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979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959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93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919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899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9878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4858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9838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26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2499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081" y="4859833"/>
            <a:ext cx="9093439" cy="1502066"/>
          </a:xfrm>
        </p:spPr>
        <p:txBody>
          <a:bodyPr anchor="t"/>
          <a:lstStyle>
            <a:lvl1pPr algn="l">
              <a:defRPr sz="44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081" y="3205460"/>
            <a:ext cx="9093439" cy="1654373"/>
          </a:xfrm>
        </p:spPr>
        <p:txBody>
          <a:bodyPr anchor="b"/>
          <a:lstStyle>
            <a:lvl1pPr marL="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97982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95964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3pPr>
            <a:lvl4pPr marL="1493947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4pPr>
            <a:lvl5pPr marL="1991929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5pPr>
            <a:lvl6pPr marL="2489911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6pPr>
            <a:lvl7pPr marL="2987893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7pPr>
            <a:lvl8pPr marL="3485876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8pPr>
            <a:lvl9pPr marL="3983858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1327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79486" y="1764667"/>
            <a:ext cx="5126203" cy="4991131"/>
          </a:xfrm>
        </p:spPr>
        <p:txBody>
          <a:bodyPr/>
          <a:lstStyle>
            <a:lvl1pPr>
              <a:defRPr sz="3000"/>
            </a:lvl1pPr>
            <a:lvl2pPr>
              <a:defRPr sz="26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83991" y="1764667"/>
            <a:ext cx="5126203" cy="4991131"/>
          </a:xfrm>
        </p:spPr>
        <p:txBody>
          <a:bodyPr/>
          <a:lstStyle>
            <a:lvl1pPr>
              <a:defRPr sz="3000"/>
            </a:lvl1pPr>
            <a:lvl2pPr>
              <a:defRPr sz="26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3140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908" y="302865"/>
            <a:ext cx="9628347" cy="1260475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909" y="1692889"/>
            <a:ext cx="4726880" cy="705515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7982" indent="0">
              <a:buNone/>
              <a:defRPr sz="2200" b="1"/>
            </a:lvl2pPr>
            <a:lvl3pPr marL="995964" indent="0">
              <a:buNone/>
              <a:defRPr sz="2000" b="1"/>
            </a:lvl3pPr>
            <a:lvl4pPr marL="1493947" indent="0">
              <a:buNone/>
              <a:defRPr sz="1700" b="1"/>
            </a:lvl4pPr>
            <a:lvl5pPr marL="1991929" indent="0">
              <a:buNone/>
              <a:defRPr sz="1700" b="1"/>
            </a:lvl5pPr>
            <a:lvl6pPr marL="2489911" indent="0">
              <a:buNone/>
              <a:defRPr sz="1700" b="1"/>
            </a:lvl6pPr>
            <a:lvl7pPr marL="2987893" indent="0">
              <a:buNone/>
              <a:defRPr sz="1700" b="1"/>
            </a:lvl7pPr>
            <a:lvl8pPr marL="3485876" indent="0">
              <a:buNone/>
              <a:defRPr sz="1700" b="1"/>
            </a:lvl8pPr>
            <a:lvl9pPr marL="3983858" indent="0">
              <a:buNone/>
              <a:defRPr sz="17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4909" y="2398404"/>
            <a:ext cx="4726880" cy="435739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34519" y="1692889"/>
            <a:ext cx="4728738" cy="705515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7982" indent="0">
              <a:buNone/>
              <a:defRPr sz="2200" b="1"/>
            </a:lvl2pPr>
            <a:lvl3pPr marL="995964" indent="0">
              <a:buNone/>
              <a:defRPr sz="2000" b="1"/>
            </a:lvl3pPr>
            <a:lvl4pPr marL="1493947" indent="0">
              <a:buNone/>
              <a:defRPr sz="1700" b="1"/>
            </a:lvl4pPr>
            <a:lvl5pPr marL="1991929" indent="0">
              <a:buNone/>
              <a:defRPr sz="1700" b="1"/>
            </a:lvl5pPr>
            <a:lvl6pPr marL="2489911" indent="0">
              <a:buNone/>
              <a:defRPr sz="1700" b="1"/>
            </a:lvl6pPr>
            <a:lvl7pPr marL="2987893" indent="0">
              <a:buNone/>
              <a:defRPr sz="1700" b="1"/>
            </a:lvl7pPr>
            <a:lvl8pPr marL="3485876" indent="0">
              <a:buNone/>
              <a:defRPr sz="1700" b="1"/>
            </a:lvl8pPr>
            <a:lvl9pPr marL="3983858" indent="0">
              <a:buNone/>
              <a:defRPr sz="17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34519" y="2398404"/>
            <a:ext cx="4728738" cy="435739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0559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1564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1818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909" y="301113"/>
            <a:ext cx="3519622" cy="1281483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2686" y="301116"/>
            <a:ext cx="5980569" cy="6454683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6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4909" y="1582598"/>
            <a:ext cx="3519622" cy="5173200"/>
          </a:xfrm>
        </p:spPr>
        <p:txBody>
          <a:bodyPr/>
          <a:lstStyle>
            <a:lvl1pPr marL="0" indent="0">
              <a:buNone/>
              <a:defRPr sz="1500"/>
            </a:lvl1pPr>
            <a:lvl2pPr marL="497982" indent="0">
              <a:buNone/>
              <a:defRPr sz="1300"/>
            </a:lvl2pPr>
            <a:lvl3pPr marL="995964" indent="0">
              <a:buNone/>
              <a:defRPr sz="1100"/>
            </a:lvl3pPr>
            <a:lvl4pPr marL="1493947" indent="0">
              <a:buNone/>
              <a:defRPr sz="1000"/>
            </a:lvl4pPr>
            <a:lvl5pPr marL="1991929" indent="0">
              <a:buNone/>
              <a:defRPr sz="1000"/>
            </a:lvl5pPr>
            <a:lvl6pPr marL="2489911" indent="0">
              <a:buNone/>
              <a:defRPr sz="1000"/>
            </a:lvl6pPr>
            <a:lvl7pPr marL="2987893" indent="0">
              <a:buNone/>
              <a:defRPr sz="1000"/>
            </a:lvl7pPr>
            <a:lvl8pPr marL="3485876" indent="0">
              <a:buNone/>
              <a:defRPr sz="1000"/>
            </a:lvl8pPr>
            <a:lvl9pPr marL="398385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0804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96914" y="5293995"/>
            <a:ext cx="6418898" cy="624986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096914" y="675755"/>
            <a:ext cx="6418898" cy="4537710"/>
          </a:xfrm>
        </p:spPr>
        <p:txBody>
          <a:bodyPr/>
          <a:lstStyle>
            <a:lvl1pPr marL="0" indent="0">
              <a:buNone/>
              <a:defRPr sz="3500"/>
            </a:lvl1pPr>
            <a:lvl2pPr marL="497982" indent="0">
              <a:buNone/>
              <a:defRPr sz="3000"/>
            </a:lvl2pPr>
            <a:lvl3pPr marL="995964" indent="0">
              <a:buNone/>
              <a:defRPr sz="2600"/>
            </a:lvl3pPr>
            <a:lvl4pPr marL="1493947" indent="0">
              <a:buNone/>
              <a:defRPr sz="2200"/>
            </a:lvl4pPr>
            <a:lvl5pPr marL="1991929" indent="0">
              <a:buNone/>
              <a:defRPr sz="2200"/>
            </a:lvl5pPr>
            <a:lvl6pPr marL="2489911" indent="0">
              <a:buNone/>
              <a:defRPr sz="2200"/>
            </a:lvl6pPr>
            <a:lvl7pPr marL="2987893" indent="0">
              <a:buNone/>
              <a:defRPr sz="2200"/>
            </a:lvl7pPr>
            <a:lvl8pPr marL="3485876" indent="0">
              <a:buNone/>
              <a:defRPr sz="2200"/>
            </a:lvl8pPr>
            <a:lvl9pPr marL="3983858" indent="0">
              <a:buNone/>
              <a:defRPr sz="22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96914" y="5918981"/>
            <a:ext cx="6418898" cy="887584"/>
          </a:xfrm>
        </p:spPr>
        <p:txBody>
          <a:bodyPr/>
          <a:lstStyle>
            <a:lvl1pPr marL="0" indent="0">
              <a:buNone/>
              <a:defRPr sz="1500"/>
            </a:lvl1pPr>
            <a:lvl2pPr marL="497982" indent="0">
              <a:buNone/>
              <a:defRPr sz="1300"/>
            </a:lvl2pPr>
            <a:lvl3pPr marL="995964" indent="0">
              <a:buNone/>
              <a:defRPr sz="1100"/>
            </a:lvl3pPr>
            <a:lvl4pPr marL="1493947" indent="0">
              <a:buNone/>
              <a:defRPr sz="1000"/>
            </a:lvl4pPr>
            <a:lvl5pPr marL="1991929" indent="0">
              <a:buNone/>
              <a:defRPr sz="1000"/>
            </a:lvl5pPr>
            <a:lvl6pPr marL="2489911" indent="0">
              <a:buNone/>
              <a:defRPr sz="1000"/>
            </a:lvl6pPr>
            <a:lvl7pPr marL="2987893" indent="0">
              <a:buNone/>
              <a:defRPr sz="1000"/>
            </a:lvl7pPr>
            <a:lvl8pPr marL="3485876" indent="0">
              <a:buNone/>
              <a:defRPr sz="1000"/>
            </a:lvl8pPr>
            <a:lvl9pPr marL="398385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6271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4603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402515" y="302867"/>
            <a:ext cx="2607678" cy="645293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9485" y="302867"/>
            <a:ext cx="7644730" cy="645293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5730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908" y="302865"/>
            <a:ext cx="9628347" cy="1260475"/>
          </a:xfrm>
          <a:prstGeom prst="rect">
            <a:avLst/>
          </a:prstGeom>
        </p:spPr>
        <p:txBody>
          <a:bodyPr vert="horz" lIns="99596" tIns="49798" rIns="99596" bIns="49798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908" y="1764667"/>
            <a:ext cx="9628347" cy="4991131"/>
          </a:xfrm>
          <a:prstGeom prst="rect">
            <a:avLst/>
          </a:prstGeom>
        </p:spPr>
        <p:txBody>
          <a:bodyPr vert="horz" lIns="99596" tIns="49798" rIns="99596" bIns="49798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908" y="7009644"/>
            <a:ext cx="2496238" cy="402652"/>
          </a:xfrm>
          <a:prstGeom prst="rect">
            <a:avLst/>
          </a:prstGeom>
        </p:spPr>
        <p:txBody>
          <a:bodyPr vert="horz" lIns="99596" tIns="49798" rIns="99596" bIns="49798" rtlCol="0" anchor="ctr"/>
          <a:lstStyle>
            <a:lvl1pPr algn="l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55206" y="7009644"/>
            <a:ext cx="3387752" cy="402652"/>
          </a:xfrm>
          <a:prstGeom prst="rect">
            <a:avLst/>
          </a:prstGeom>
        </p:spPr>
        <p:txBody>
          <a:bodyPr vert="horz" lIns="99596" tIns="49798" rIns="99596" bIns="49798" rtlCol="0" anchor="ctr"/>
          <a:lstStyle>
            <a:lvl1pPr algn="ct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67017" y="7009644"/>
            <a:ext cx="2496238" cy="402652"/>
          </a:xfrm>
          <a:prstGeom prst="rect">
            <a:avLst/>
          </a:prstGeom>
        </p:spPr>
        <p:txBody>
          <a:bodyPr vert="horz" lIns="99596" tIns="49798" rIns="99596" bIns="49798" rtlCol="0" anchor="ctr"/>
          <a:lstStyle>
            <a:lvl1pPr algn="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6274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95964" rtl="0" eaLnBrk="1" latinLnBrk="0" hangingPunct="1">
        <a:spcBef>
          <a:spcPct val="0"/>
        </a:spcBef>
        <a:buNone/>
        <a:defRPr sz="4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3487" indent="-373487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3500" kern="1200">
          <a:solidFill>
            <a:schemeClr val="tx1"/>
          </a:solidFill>
          <a:latin typeface="+mn-lt"/>
          <a:ea typeface="+mn-ea"/>
          <a:cs typeface="+mn-cs"/>
        </a:defRPr>
      </a:lvl1pPr>
      <a:lvl2pPr marL="809221" indent="-311239" algn="l" defTabSz="995964" rtl="0" eaLnBrk="1" latinLnBrk="0" hangingPunct="1">
        <a:spcBef>
          <a:spcPct val="20000"/>
        </a:spcBef>
        <a:buFont typeface="Arial" panose="020B0604020202020204" pitchFamily="34" charset="0"/>
        <a:buChar char="–"/>
        <a:defRPr sz="3000" kern="1200">
          <a:solidFill>
            <a:schemeClr val="tx1"/>
          </a:solidFill>
          <a:latin typeface="+mn-lt"/>
          <a:ea typeface="+mn-ea"/>
          <a:cs typeface="+mn-cs"/>
        </a:defRPr>
      </a:lvl2pPr>
      <a:lvl3pPr marL="1244956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742938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–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240920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»"/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738902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236885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734867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232849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7982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95964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493947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991929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489911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87893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85876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83858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3063082" y="1495425"/>
            <a:ext cx="4572000" cy="4572000"/>
            <a:chOff x="3063082" y="1495425"/>
            <a:chExt cx="4572000" cy="4572000"/>
          </a:xfrm>
        </p:grpSpPr>
        <p:sp>
          <p:nvSpPr>
            <p:cNvPr id="3" name="rc3"/>
            <p:cNvSpPr/>
            <p:nvPr/>
          </p:nvSpPr>
          <p:spPr>
            <a:xfrm>
              <a:off x="3063081" y="1495425"/>
              <a:ext cx="4572000" cy="4572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3686242" y="2815877"/>
              <a:ext cx="355600" cy="254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3686242" y="3120677"/>
              <a:ext cx="355600" cy="254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4092642" y="2815877"/>
              <a:ext cx="355600" cy="254000"/>
            </a:xfrm>
            <a:prstGeom prst="rect">
              <a:avLst/>
            </a:prstGeom>
            <a:solidFill>
              <a:srgbClr val="D44646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4092642" y="3120677"/>
              <a:ext cx="355600" cy="254000"/>
            </a:xfrm>
            <a:prstGeom prst="rect">
              <a:avLst/>
            </a:prstGeom>
            <a:solidFill>
              <a:srgbClr val="DC6767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4448242" y="2815877"/>
              <a:ext cx="355600" cy="254000"/>
            </a:xfrm>
            <a:prstGeom prst="rect">
              <a:avLst/>
            </a:prstGeom>
            <a:solidFill>
              <a:srgbClr val="CD2626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4448242" y="3120677"/>
              <a:ext cx="355600" cy="254000"/>
            </a:xfrm>
            <a:prstGeom prst="rect">
              <a:avLst/>
            </a:prstGeom>
            <a:solidFill>
              <a:srgbClr val="DB6565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4854642" y="2815877"/>
              <a:ext cx="355600" cy="254000"/>
            </a:xfrm>
            <a:prstGeom prst="rect">
              <a:avLst/>
            </a:prstGeom>
            <a:solidFill>
              <a:srgbClr val="DB6363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4854642" y="3120677"/>
              <a:ext cx="355600" cy="254000"/>
            </a:xfrm>
            <a:prstGeom prst="rect">
              <a:avLst/>
            </a:prstGeom>
            <a:solidFill>
              <a:srgbClr val="DF747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5210242" y="2815877"/>
              <a:ext cx="355600" cy="254000"/>
            </a:xfrm>
            <a:prstGeom prst="rect">
              <a:avLst/>
            </a:prstGeom>
            <a:solidFill>
              <a:srgbClr val="D75151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5210242" y="3120677"/>
              <a:ext cx="355600" cy="254000"/>
            </a:xfrm>
            <a:prstGeom prst="rect">
              <a:avLst/>
            </a:prstGeom>
            <a:solidFill>
              <a:srgbClr val="DF7474">
                <a:alpha val="100000"/>
              </a:srgbClr>
            </a:solidFill>
            <a:ln w="952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tx14"/>
            <p:cNvSpPr/>
            <p:nvPr/>
          </p:nvSpPr>
          <p:spPr>
            <a:xfrm>
              <a:off x="3711493" y="2897395"/>
              <a:ext cx="305097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0.800</a:t>
              </a:r>
            </a:p>
          </p:txBody>
        </p:sp>
        <p:sp>
          <p:nvSpPr>
            <p:cNvPr id="15" name="tx15"/>
            <p:cNvSpPr/>
            <p:nvPr/>
          </p:nvSpPr>
          <p:spPr>
            <a:xfrm>
              <a:off x="3711493" y="3202195"/>
              <a:ext cx="305097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0.800</a:t>
              </a:r>
            </a:p>
          </p:txBody>
        </p:sp>
        <p:sp>
          <p:nvSpPr>
            <p:cNvPr id="16" name="tx16"/>
            <p:cNvSpPr/>
            <p:nvPr/>
          </p:nvSpPr>
          <p:spPr>
            <a:xfrm>
              <a:off x="4117893" y="2897395"/>
              <a:ext cx="305097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0.906</a:t>
              </a:r>
            </a:p>
          </p:txBody>
        </p:sp>
        <p:sp>
          <p:nvSpPr>
            <p:cNvPr id="17" name="tx17"/>
            <p:cNvSpPr/>
            <p:nvPr/>
          </p:nvSpPr>
          <p:spPr>
            <a:xfrm>
              <a:off x="4117893" y="3202195"/>
              <a:ext cx="305097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0.887</a:t>
              </a:r>
            </a:p>
          </p:txBody>
        </p:sp>
        <p:sp>
          <p:nvSpPr>
            <p:cNvPr id="18" name="tx18"/>
            <p:cNvSpPr/>
            <p:nvPr/>
          </p:nvSpPr>
          <p:spPr>
            <a:xfrm>
              <a:off x="4473493" y="2897395"/>
              <a:ext cx="305097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0.925</a:t>
              </a:r>
            </a:p>
          </p:txBody>
        </p:sp>
        <p:sp>
          <p:nvSpPr>
            <p:cNvPr id="19" name="tx19"/>
            <p:cNvSpPr/>
            <p:nvPr/>
          </p:nvSpPr>
          <p:spPr>
            <a:xfrm>
              <a:off x="4473493" y="3202195"/>
              <a:ext cx="305097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0.888</a:t>
              </a:r>
            </a:p>
          </p:txBody>
        </p:sp>
        <p:sp>
          <p:nvSpPr>
            <p:cNvPr id="20" name="tx20"/>
            <p:cNvSpPr/>
            <p:nvPr/>
          </p:nvSpPr>
          <p:spPr>
            <a:xfrm>
              <a:off x="4879893" y="2897395"/>
              <a:ext cx="305097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0.890</a:t>
              </a:r>
            </a:p>
          </p:txBody>
        </p:sp>
        <p:sp>
          <p:nvSpPr>
            <p:cNvPr id="21" name="tx21"/>
            <p:cNvSpPr/>
            <p:nvPr/>
          </p:nvSpPr>
          <p:spPr>
            <a:xfrm>
              <a:off x="4879893" y="3202195"/>
              <a:ext cx="305097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0.880</a:t>
              </a:r>
            </a:p>
          </p:txBody>
        </p:sp>
        <p:sp>
          <p:nvSpPr>
            <p:cNvPr id="22" name="tx22"/>
            <p:cNvSpPr/>
            <p:nvPr/>
          </p:nvSpPr>
          <p:spPr>
            <a:xfrm>
              <a:off x="5235493" y="2897395"/>
              <a:ext cx="305097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0.900</a:t>
              </a:r>
            </a:p>
          </p:txBody>
        </p:sp>
        <p:sp>
          <p:nvSpPr>
            <p:cNvPr id="23" name="tx23"/>
            <p:cNvSpPr/>
            <p:nvPr/>
          </p:nvSpPr>
          <p:spPr>
            <a:xfrm>
              <a:off x="5235493" y="3202195"/>
              <a:ext cx="305097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0.879</a:t>
              </a:r>
            </a:p>
          </p:txBody>
        </p:sp>
        <p:sp>
          <p:nvSpPr>
            <p:cNvPr id="24" name="tx24"/>
            <p:cNvSpPr/>
            <p:nvPr/>
          </p:nvSpPr>
          <p:spPr>
            <a:xfrm rot="-5400000">
              <a:off x="3752123" y="3466430"/>
              <a:ext cx="220116" cy="1128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NC</a:t>
              </a:r>
            </a:p>
          </p:txBody>
        </p:sp>
        <p:sp>
          <p:nvSpPr>
            <p:cNvPr id="25" name="tx25"/>
            <p:cNvSpPr/>
            <p:nvPr/>
          </p:nvSpPr>
          <p:spPr>
            <a:xfrm rot="-5400000">
              <a:off x="3671967" y="3924486"/>
              <a:ext cx="1164728" cy="14131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PAO1+Imipenem</a:t>
              </a:r>
            </a:p>
          </p:txBody>
        </p:sp>
        <p:sp>
          <p:nvSpPr>
            <p:cNvPr id="26" name="tx26"/>
            <p:cNvSpPr/>
            <p:nvPr/>
          </p:nvSpPr>
          <p:spPr>
            <a:xfrm rot="-5400000">
              <a:off x="3955534" y="3996518"/>
              <a:ext cx="1308794" cy="14131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PAO1+Meropenem</a:t>
              </a:r>
            </a:p>
          </p:txBody>
        </p:sp>
        <p:sp>
          <p:nvSpPr>
            <p:cNvPr id="27" name="tx27"/>
            <p:cNvSpPr/>
            <p:nvPr/>
          </p:nvSpPr>
          <p:spPr>
            <a:xfrm rot="-5400000">
              <a:off x="4457296" y="3901157"/>
              <a:ext cx="1118071" cy="14131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PAO1 Imipenem</a:t>
              </a:r>
            </a:p>
          </p:txBody>
        </p:sp>
        <p:sp>
          <p:nvSpPr>
            <p:cNvPr id="28" name="tx28"/>
            <p:cNvSpPr/>
            <p:nvPr/>
          </p:nvSpPr>
          <p:spPr>
            <a:xfrm rot="-5400000">
              <a:off x="4740863" y="3973190"/>
              <a:ext cx="1262136" cy="14131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PAO1 Meropenem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5603942" y="2856259"/>
              <a:ext cx="838646" cy="1411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Training_set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5603942" y="3162845"/>
              <a:ext cx="584448" cy="1393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Test_set</a:t>
              </a:r>
            </a:p>
          </p:txBody>
        </p:sp>
        <p:sp>
          <p:nvSpPr>
            <p:cNvPr id="31" name="rc31"/>
            <p:cNvSpPr/>
            <p:nvPr/>
          </p:nvSpPr>
          <p:spPr>
            <a:xfrm>
              <a:off x="6531489" y="4701827"/>
              <a:ext cx="127000" cy="1905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6531489" y="4682777"/>
              <a:ext cx="127000" cy="19049"/>
            </a:xfrm>
            <a:prstGeom prst="rect">
              <a:avLst/>
            </a:prstGeom>
            <a:solidFill>
              <a:srgbClr val="FEFCF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6531489" y="4663727"/>
              <a:ext cx="127000" cy="19050"/>
            </a:xfrm>
            <a:prstGeom prst="rect">
              <a:avLst/>
            </a:prstGeom>
            <a:solidFill>
              <a:srgbClr val="FDFAF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6531489" y="4644677"/>
              <a:ext cx="127000" cy="19049"/>
            </a:xfrm>
            <a:prstGeom prst="rect">
              <a:avLst/>
            </a:prstGeom>
            <a:solidFill>
              <a:srgbClr val="FDF8F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6531489" y="4625627"/>
              <a:ext cx="127000" cy="19050"/>
            </a:xfrm>
            <a:prstGeom prst="rect">
              <a:avLst/>
            </a:prstGeom>
            <a:solidFill>
              <a:srgbClr val="FCF6F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6531489" y="4606577"/>
              <a:ext cx="127000" cy="19050"/>
            </a:xfrm>
            <a:prstGeom prst="rect">
              <a:avLst/>
            </a:prstGeom>
            <a:solidFill>
              <a:srgbClr val="FCF4F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6531489" y="4587527"/>
              <a:ext cx="127000" cy="19050"/>
            </a:xfrm>
            <a:prstGeom prst="rect">
              <a:avLst/>
            </a:prstGeom>
            <a:solidFill>
              <a:srgbClr val="FBF1F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6531489" y="4568477"/>
              <a:ext cx="127000" cy="19049"/>
            </a:xfrm>
            <a:prstGeom prst="rect">
              <a:avLst/>
            </a:prstGeom>
            <a:solidFill>
              <a:srgbClr val="FBEFE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6531489" y="4549427"/>
              <a:ext cx="127000" cy="19050"/>
            </a:xfrm>
            <a:prstGeom prst="rect">
              <a:avLst/>
            </a:prstGeom>
            <a:solidFill>
              <a:srgbClr val="FAEDE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6531489" y="4530377"/>
              <a:ext cx="127000" cy="19049"/>
            </a:xfrm>
            <a:prstGeom prst="rect">
              <a:avLst/>
            </a:prstGeom>
            <a:solidFill>
              <a:srgbClr val="FAEB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6531489" y="4511327"/>
              <a:ext cx="127000" cy="19050"/>
            </a:xfrm>
            <a:prstGeom prst="rect">
              <a:avLst/>
            </a:prstGeom>
            <a:solidFill>
              <a:srgbClr val="F9E9E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6531489" y="4492277"/>
              <a:ext cx="127000" cy="19049"/>
            </a:xfrm>
            <a:prstGeom prst="rect">
              <a:avLst/>
            </a:prstGeom>
            <a:solidFill>
              <a:srgbClr val="F9E6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6531489" y="4473227"/>
              <a:ext cx="127000" cy="19049"/>
            </a:xfrm>
            <a:prstGeom prst="rect">
              <a:avLst/>
            </a:prstGeom>
            <a:solidFill>
              <a:srgbClr val="F8E4E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6531489" y="4454177"/>
              <a:ext cx="127000" cy="19050"/>
            </a:xfrm>
            <a:prstGeom prst="rect">
              <a:avLst/>
            </a:prstGeom>
            <a:solidFill>
              <a:srgbClr val="F8E2E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" name="rc45"/>
            <p:cNvSpPr/>
            <p:nvPr/>
          </p:nvSpPr>
          <p:spPr>
            <a:xfrm>
              <a:off x="6531489" y="4435127"/>
              <a:ext cx="127000" cy="19050"/>
            </a:xfrm>
            <a:prstGeom prst="rect">
              <a:avLst/>
            </a:prstGeom>
            <a:solidFill>
              <a:srgbClr val="F7E0E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" name="rc46"/>
            <p:cNvSpPr/>
            <p:nvPr/>
          </p:nvSpPr>
          <p:spPr>
            <a:xfrm>
              <a:off x="6531489" y="4416077"/>
              <a:ext cx="127000" cy="19049"/>
            </a:xfrm>
            <a:prstGeom prst="rect">
              <a:avLst/>
            </a:prstGeom>
            <a:solidFill>
              <a:srgbClr val="F7DED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" name="rc47"/>
            <p:cNvSpPr/>
            <p:nvPr/>
          </p:nvSpPr>
          <p:spPr>
            <a:xfrm>
              <a:off x="6531489" y="4397027"/>
              <a:ext cx="127000" cy="19050"/>
            </a:xfrm>
            <a:prstGeom prst="rect">
              <a:avLst/>
            </a:prstGeom>
            <a:solidFill>
              <a:srgbClr val="F6DBD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" name="rc48"/>
            <p:cNvSpPr/>
            <p:nvPr/>
          </p:nvSpPr>
          <p:spPr>
            <a:xfrm>
              <a:off x="6531489" y="4377977"/>
              <a:ext cx="127000" cy="19050"/>
            </a:xfrm>
            <a:prstGeom prst="rect">
              <a:avLst/>
            </a:prstGeom>
            <a:solidFill>
              <a:srgbClr val="F6D9D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" name="rc49"/>
            <p:cNvSpPr/>
            <p:nvPr/>
          </p:nvSpPr>
          <p:spPr>
            <a:xfrm>
              <a:off x="6531489" y="4358927"/>
              <a:ext cx="127000" cy="19050"/>
            </a:xfrm>
            <a:prstGeom prst="rect">
              <a:avLst/>
            </a:prstGeom>
            <a:solidFill>
              <a:srgbClr val="F5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" name="rc50"/>
            <p:cNvSpPr/>
            <p:nvPr/>
          </p:nvSpPr>
          <p:spPr>
            <a:xfrm>
              <a:off x="6531489" y="4339877"/>
              <a:ext cx="127000" cy="19049"/>
            </a:xfrm>
            <a:prstGeom prst="rect">
              <a:avLst/>
            </a:prstGeom>
            <a:solidFill>
              <a:srgbClr val="F5D5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" name="rc51"/>
            <p:cNvSpPr/>
            <p:nvPr/>
          </p:nvSpPr>
          <p:spPr>
            <a:xfrm>
              <a:off x="6531489" y="4320827"/>
              <a:ext cx="127000" cy="19049"/>
            </a:xfrm>
            <a:prstGeom prst="rect">
              <a:avLst/>
            </a:prstGeom>
            <a:solidFill>
              <a:srgbClr val="F4D3D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" name="rc52"/>
            <p:cNvSpPr/>
            <p:nvPr/>
          </p:nvSpPr>
          <p:spPr>
            <a:xfrm>
              <a:off x="6531489" y="4301777"/>
              <a:ext cx="127000" cy="19050"/>
            </a:xfrm>
            <a:prstGeom prst="rect">
              <a:avLst/>
            </a:prstGeom>
            <a:solidFill>
              <a:srgbClr val="F4D0D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" name="rc53"/>
            <p:cNvSpPr/>
            <p:nvPr/>
          </p:nvSpPr>
          <p:spPr>
            <a:xfrm>
              <a:off x="6531489" y="4282727"/>
              <a:ext cx="127000" cy="19050"/>
            </a:xfrm>
            <a:prstGeom prst="rect">
              <a:avLst/>
            </a:prstGeom>
            <a:solidFill>
              <a:srgbClr val="F3CEC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" name="rc54"/>
            <p:cNvSpPr/>
            <p:nvPr/>
          </p:nvSpPr>
          <p:spPr>
            <a:xfrm>
              <a:off x="6531489" y="4263677"/>
              <a:ext cx="127000" cy="19049"/>
            </a:xfrm>
            <a:prstGeom prst="rect">
              <a:avLst/>
            </a:prstGeom>
            <a:solidFill>
              <a:srgbClr val="F3CCC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" name="rc55"/>
            <p:cNvSpPr/>
            <p:nvPr/>
          </p:nvSpPr>
          <p:spPr>
            <a:xfrm>
              <a:off x="6531489" y="4244627"/>
              <a:ext cx="127000" cy="19049"/>
            </a:xfrm>
            <a:prstGeom prst="rect">
              <a:avLst/>
            </a:prstGeom>
            <a:solidFill>
              <a:srgbClr val="F2CAC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" name="rc56"/>
            <p:cNvSpPr/>
            <p:nvPr/>
          </p:nvSpPr>
          <p:spPr>
            <a:xfrm>
              <a:off x="6531489" y="4225577"/>
              <a:ext cx="127000" cy="19050"/>
            </a:xfrm>
            <a:prstGeom prst="rect">
              <a:avLst/>
            </a:prstGeom>
            <a:solidFill>
              <a:srgbClr val="F2C8C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" name="rc57"/>
            <p:cNvSpPr/>
            <p:nvPr/>
          </p:nvSpPr>
          <p:spPr>
            <a:xfrm>
              <a:off x="6531489" y="4206527"/>
              <a:ext cx="127000" cy="19049"/>
            </a:xfrm>
            <a:prstGeom prst="rect">
              <a:avLst/>
            </a:prstGeom>
            <a:solidFill>
              <a:srgbClr val="F1C6C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" name="rc58"/>
            <p:cNvSpPr/>
            <p:nvPr/>
          </p:nvSpPr>
          <p:spPr>
            <a:xfrm>
              <a:off x="6531489" y="4187477"/>
              <a:ext cx="127000" cy="19050"/>
            </a:xfrm>
            <a:prstGeom prst="rect">
              <a:avLst/>
            </a:prstGeom>
            <a:solidFill>
              <a:srgbClr val="F1C3C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" name="rc59"/>
            <p:cNvSpPr/>
            <p:nvPr/>
          </p:nvSpPr>
          <p:spPr>
            <a:xfrm>
              <a:off x="6531489" y="4168427"/>
              <a:ext cx="127000" cy="19049"/>
            </a:xfrm>
            <a:prstGeom prst="rect">
              <a:avLst/>
            </a:prstGeom>
            <a:solidFill>
              <a:srgbClr val="F0C1C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" name="rc60"/>
            <p:cNvSpPr/>
            <p:nvPr/>
          </p:nvSpPr>
          <p:spPr>
            <a:xfrm>
              <a:off x="6531489" y="4149377"/>
              <a:ext cx="127000" cy="19049"/>
            </a:xfrm>
            <a:prstGeom prst="rect">
              <a:avLst/>
            </a:prstGeom>
            <a:solidFill>
              <a:srgbClr val="F0BFB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" name="rc61"/>
            <p:cNvSpPr/>
            <p:nvPr/>
          </p:nvSpPr>
          <p:spPr>
            <a:xfrm>
              <a:off x="6531489" y="4130327"/>
              <a:ext cx="127000" cy="19050"/>
            </a:xfrm>
            <a:prstGeom prst="rect">
              <a:avLst/>
            </a:prstGeom>
            <a:solidFill>
              <a:srgbClr val="EFBD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" name="rc62"/>
            <p:cNvSpPr/>
            <p:nvPr/>
          </p:nvSpPr>
          <p:spPr>
            <a:xfrm>
              <a:off x="6531489" y="4111277"/>
              <a:ext cx="127000" cy="19050"/>
            </a:xfrm>
            <a:prstGeom prst="rect">
              <a:avLst/>
            </a:prstGeom>
            <a:solidFill>
              <a:srgbClr val="EFBBB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" name="rc63"/>
            <p:cNvSpPr/>
            <p:nvPr/>
          </p:nvSpPr>
          <p:spPr>
            <a:xfrm>
              <a:off x="6531489" y="4092227"/>
              <a:ext cx="127000" cy="19049"/>
            </a:xfrm>
            <a:prstGeom prst="rect">
              <a:avLst/>
            </a:prstGeom>
            <a:solidFill>
              <a:srgbClr val="EEB8B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" name="rc64"/>
            <p:cNvSpPr/>
            <p:nvPr/>
          </p:nvSpPr>
          <p:spPr>
            <a:xfrm>
              <a:off x="6531489" y="4073177"/>
              <a:ext cx="127000" cy="19050"/>
            </a:xfrm>
            <a:prstGeom prst="rect">
              <a:avLst/>
            </a:prstGeom>
            <a:solidFill>
              <a:srgbClr val="EEB6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" name="rc65"/>
            <p:cNvSpPr/>
            <p:nvPr/>
          </p:nvSpPr>
          <p:spPr>
            <a:xfrm>
              <a:off x="6531489" y="4054127"/>
              <a:ext cx="127000" cy="19050"/>
            </a:xfrm>
            <a:prstGeom prst="rect">
              <a:avLst/>
            </a:prstGeom>
            <a:solidFill>
              <a:srgbClr val="EDB4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" name="rc66"/>
            <p:cNvSpPr/>
            <p:nvPr/>
          </p:nvSpPr>
          <p:spPr>
            <a:xfrm>
              <a:off x="6531489" y="4035077"/>
              <a:ext cx="127000" cy="19050"/>
            </a:xfrm>
            <a:prstGeom prst="rect">
              <a:avLst/>
            </a:prstGeom>
            <a:solidFill>
              <a:srgbClr val="EDB2B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" name="rc67"/>
            <p:cNvSpPr/>
            <p:nvPr/>
          </p:nvSpPr>
          <p:spPr>
            <a:xfrm>
              <a:off x="6531489" y="4016027"/>
              <a:ext cx="127000" cy="19049"/>
            </a:xfrm>
            <a:prstGeom prst="rect">
              <a:avLst/>
            </a:prstGeom>
            <a:solidFill>
              <a:srgbClr val="ECB0B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" name="rc68"/>
            <p:cNvSpPr/>
            <p:nvPr/>
          </p:nvSpPr>
          <p:spPr>
            <a:xfrm>
              <a:off x="6531489" y="3996977"/>
              <a:ext cx="127000" cy="19050"/>
            </a:xfrm>
            <a:prstGeom prst="rect">
              <a:avLst/>
            </a:prstGeom>
            <a:solidFill>
              <a:srgbClr val="ECADA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" name="rc69"/>
            <p:cNvSpPr/>
            <p:nvPr/>
          </p:nvSpPr>
          <p:spPr>
            <a:xfrm>
              <a:off x="6531489" y="3977927"/>
              <a:ext cx="127000" cy="19050"/>
            </a:xfrm>
            <a:prstGeom prst="rect">
              <a:avLst/>
            </a:prstGeom>
            <a:solidFill>
              <a:srgbClr val="EBABA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" name="rc70"/>
            <p:cNvSpPr/>
            <p:nvPr/>
          </p:nvSpPr>
          <p:spPr>
            <a:xfrm>
              <a:off x="6531489" y="3958877"/>
              <a:ext cx="127000" cy="19050"/>
            </a:xfrm>
            <a:prstGeom prst="rect">
              <a:avLst/>
            </a:prstGeom>
            <a:solidFill>
              <a:srgbClr val="EBA9A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" name="rc71"/>
            <p:cNvSpPr/>
            <p:nvPr/>
          </p:nvSpPr>
          <p:spPr>
            <a:xfrm>
              <a:off x="6531489" y="3939827"/>
              <a:ext cx="127000" cy="19049"/>
            </a:xfrm>
            <a:prstGeom prst="rect">
              <a:avLst/>
            </a:prstGeom>
            <a:solidFill>
              <a:srgbClr val="EAA7A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" name="rc72"/>
            <p:cNvSpPr/>
            <p:nvPr/>
          </p:nvSpPr>
          <p:spPr>
            <a:xfrm>
              <a:off x="6531489" y="3920777"/>
              <a:ext cx="127000" cy="19049"/>
            </a:xfrm>
            <a:prstGeom prst="rect">
              <a:avLst/>
            </a:prstGeom>
            <a:solidFill>
              <a:srgbClr val="EAA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" name="rc73"/>
            <p:cNvSpPr/>
            <p:nvPr/>
          </p:nvSpPr>
          <p:spPr>
            <a:xfrm>
              <a:off x="6531489" y="3901727"/>
              <a:ext cx="127000" cy="19050"/>
            </a:xfrm>
            <a:prstGeom prst="rect">
              <a:avLst/>
            </a:prstGeom>
            <a:solidFill>
              <a:srgbClr val="E9A2A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" name="rc74"/>
            <p:cNvSpPr/>
            <p:nvPr/>
          </p:nvSpPr>
          <p:spPr>
            <a:xfrm>
              <a:off x="6531489" y="3882677"/>
              <a:ext cx="127000" cy="19050"/>
            </a:xfrm>
            <a:prstGeom prst="rect">
              <a:avLst/>
            </a:prstGeom>
            <a:solidFill>
              <a:srgbClr val="E9A0A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" name="rc75"/>
            <p:cNvSpPr/>
            <p:nvPr/>
          </p:nvSpPr>
          <p:spPr>
            <a:xfrm>
              <a:off x="6531489" y="3863627"/>
              <a:ext cx="127000" cy="19049"/>
            </a:xfrm>
            <a:prstGeom prst="rect">
              <a:avLst/>
            </a:prstGeom>
            <a:solidFill>
              <a:srgbClr val="E89E9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" name="rc76"/>
            <p:cNvSpPr/>
            <p:nvPr/>
          </p:nvSpPr>
          <p:spPr>
            <a:xfrm>
              <a:off x="6531489" y="3844577"/>
              <a:ext cx="127000" cy="19049"/>
            </a:xfrm>
            <a:prstGeom prst="rect">
              <a:avLst/>
            </a:prstGeom>
            <a:solidFill>
              <a:srgbClr val="E89C9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" name="rc77"/>
            <p:cNvSpPr/>
            <p:nvPr/>
          </p:nvSpPr>
          <p:spPr>
            <a:xfrm>
              <a:off x="6531489" y="3825527"/>
              <a:ext cx="127000" cy="19050"/>
            </a:xfrm>
            <a:prstGeom prst="rect">
              <a:avLst/>
            </a:prstGeom>
            <a:solidFill>
              <a:srgbClr val="E79A9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" name="rc78"/>
            <p:cNvSpPr/>
            <p:nvPr/>
          </p:nvSpPr>
          <p:spPr>
            <a:xfrm>
              <a:off x="6531489" y="3806477"/>
              <a:ext cx="127000" cy="19050"/>
            </a:xfrm>
            <a:prstGeom prst="rect">
              <a:avLst/>
            </a:prstGeom>
            <a:solidFill>
              <a:srgbClr val="E7979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" name="rc79"/>
            <p:cNvSpPr/>
            <p:nvPr/>
          </p:nvSpPr>
          <p:spPr>
            <a:xfrm>
              <a:off x="6531489" y="3787427"/>
              <a:ext cx="127000" cy="19049"/>
            </a:xfrm>
            <a:prstGeom prst="rect">
              <a:avLst/>
            </a:prstGeom>
            <a:solidFill>
              <a:srgbClr val="E695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" name="rc80"/>
            <p:cNvSpPr/>
            <p:nvPr/>
          </p:nvSpPr>
          <p:spPr>
            <a:xfrm>
              <a:off x="6531489" y="3768377"/>
              <a:ext cx="127000" cy="19049"/>
            </a:xfrm>
            <a:prstGeom prst="rect">
              <a:avLst/>
            </a:prstGeom>
            <a:solidFill>
              <a:srgbClr val="E6939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" name="rc81"/>
            <p:cNvSpPr/>
            <p:nvPr/>
          </p:nvSpPr>
          <p:spPr>
            <a:xfrm>
              <a:off x="6531489" y="3749327"/>
              <a:ext cx="127000" cy="19049"/>
            </a:xfrm>
            <a:prstGeom prst="rect">
              <a:avLst/>
            </a:prstGeom>
            <a:solidFill>
              <a:srgbClr val="E5919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" name="rc82"/>
            <p:cNvSpPr/>
            <p:nvPr/>
          </p:nvSpPr>
          <p:spPr>
            <a:xfrm>
              <a:off x="6531489" y="3730277"/>
              <a:ext cx="127000" cy="19050"/>
            </a:xfrm>
            <a:prstGeom prst="rect">
              <a:avLst/>
            </a:prstGeom>
            <a:solidFill>
              <a:srgbClr val="E58F8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" name="rc83"/>
            <p:cNvSpPr/>
            <p:nvPr/>
          </p:nvSpPr>
          <p:spPr>
            <a:xfrm>
              <a:off x="6531489" y="3711227"/>
              <a:ext cx="127000" cy="19050"/>
            </a:xfrm>
            <a:prstGeom prst="rect">
              <a:avLst/>
            </a:prstGeom>
            <a:solidFill>
              <a:srgbClr val="E4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" name="rc84"/>
            <p:cNvSpPr/>
            <p:nvPr/>
          </p:nvSpPr>
          <p:spPr>
            <a:xfrm>
              <a:off x="6531489" y="3692177"/>
              <a:ext cx="127000" cy="19049"/>
            </a:xfrm>
            <a:prstGeom prst="rect">
              <a:avLst/>
            </a:prstGeom>
            <a:solidFill>
              <a:srgbClr val="E48A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" name="rc85"/>
            <p:cNvSpPr/>
            <p:nvPr/>
          </p:nvSpPr>
          <p:spPr>
            <a:xfrm>
              <a:off x="6531489" y="3673127"/>
              <a:ext cx="127000" cy="19050"/>
            </a:xfrm>
            <a:prstGeom prst="rect">
              <a:avLst/>
            </a:prstGeom>
            <a:solidFill>
              <a:srgbClr val="E3888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" name="rc86"/>
            <p:cNvSpPr/>
            <p:nvPr/>
          </p:nvSpPr>
          <p:spPr>
            <a:xfrm>
              <a:off x="6531489" y="3654077"/>
              <a:ext cx="127000" cy="19050"/>
            </a:xfrm>
            <a:prstGeom prst="rect">
              <a:avLst/>
            </a:prstGeom>
            <a:solidFill>
              <a:srgbClr val="E3868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" name="rc87"/>
            <p:cNvSpPr/>
            <p:nvPr/>
          </p:nvSpPr>
          <p:spPr>
            <a:xfrm>
              <a:off x="6531489" y="3635027"/>
              <a:ext cx="127000" cy="19050"/>
            </a:xfrm>
            <a:prstGeom prst="rect">
              <a:avLst/>
            </a:prstGeom>
            <a:solidFill>
              <a:srgbClr val="E2848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" name="rc88"/>
            <p:cNvSpPr/>
            <p:nvPr/>
          </p:nvSpPr>
          <p:spPr>
            <a:xfrm>
              <a:off x="6531489" y="3615977"/>
              <a:ext cx="127000" cy="19049"/>
            </a:xfrm>
            <a:prstGeom prst="rect">
              <a:avLst/>
            </a:prstGeom>
            <a:solidFill>
              <a:srgbClr val="E2828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" name="rc89"/>
            <p:cNvSpPr/>
            <p:nvPr/>
          </p:nvSpPr>
          <p:spPr>
            <a:xfrm>
              <a:off x="6531489" y="3596927"/>
              <a:ext cx="127000" cy="19050"/>
            </a:xfrm>
            <a:prstGeom prst="rect">
              <a:avLst/>
            </a:prstGeom>
            <a:solidFill>
              <a:srgbClr val="E17F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0" name="rc90"/>
            <p:cNvSpPr/>
            <p:nvPr/>
          </p:nvSpPr>
          <p:spPr>
            <a:xfrm>
              <a:off x="6531489" y="3577877"/>
              <a:ext cx="127000" cy="19050"/>
            </a:xfrm>
            <a:prstGeom prst="rect">
              <a:avLst/>
            </a:prstGeom>
            <a:solidFill>
              <a:srgbClr val="E17D7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1" name="rc91"/>
            <p:cNvSpPr/>
            <p:nvPr/>
          </p:nvSpPr>
          <p:spPr>
            <a:xfrm>
              <a:off x="6531489" y="3558827"/>
              <a:ext cx="127000" cy="19050"/>
            </a:xfrm>
            <a:prstGeom prst="rect">
              <a:avLst/>
            </a:prstGeom>
            <a:solidFill>
              <a:srgbClr val="E07B7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2" name="rc92"/>
            <p:cNvSpPr/>
            <p:nvPr/>
          </p:nvSpPr>
          <p:spPr>
            <a:xfrm>
              <a:off x="6531489" y="3539777"/>
              <a:ext cx="127000" cy="19049"/>
            </a:xfrm>
            <a:prstGeom prst="rect">
              <a:avLst/>
            </a:prstGeom>
            <a:solidFill>
              <a:srgbClr val="E0797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3" name="rc93"/>
            <p:cNvSpPr/>
            <p:nvPr/>
          </p:nvSpPr>
          <p:spPr>
            <a:xfrm>
              <a:off x="6531489" y="3520727"/>
              <a:ext cx="127000" cy="19049"/>
            </a:xfrm>
            <a:prstGeom prst="rect">
              <a:avLst/>
            </a:prstGeom>
            <a:solidFill>
              <a:srgbClr val="DF77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4" name="rc94"/>
            <p:cNvSpPr/>
            <p:nvPr/>
          </p:nvSpPr>
          <p:spPr>
            <a:xfrm>
              <a:off x="6531489" y="3501677"/>
              <a:ext cx="127000" cy="19050"/>
            </a:xfrm>
            <a:prstGeom prst="rect">
              <a:avLst/>
            </a:prstGeom>
            <a:solidFill>
              <a:srgbClr val="DF74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5" name="rc95"/>
            <p:cNvSpPr/>
            <p:nvPr/>
          </p:nvSpPr>
          <p:spPr>
            <a:xfrm>
              <a:off x="6531489" y="3482627"/>
              <a:ext cx="127000" cy="19050"/>
            </a:xfrm>
            <a:prstGeom prst="rect">
              <a:avLst/>
            </a:prstGeom>
            <a:solidFill>
              <a:srgbClr val="DE727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6" name="rc96"/>
            <p:cNvSpPr/>
            <p:nvPr/>
          </p:nvSpPr>
          <p:spPr>
            <a:xfrm>
              <a:off x="6531489" y="3463577"/>
              <a:ext cx="127000" cy="19049"/>
            </a:xfrm>
            <a:prstGeom prst="rect">
              <a:avLst/>
            </a:prstGeom>
            <a:solidFill>
              <a:srgbClr val="DE707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7" name="rc97"/>
            <p:cNvSpPr/>
            <p:nvPr/>
          </p:nvSpPr>
          <p:spPr>
            <a:xfrm>
              <a:off x="6531489" y="3444527"/>
              <a:ext cx="127000" cy="19050"/>
            </a:xfrm>
            <a:prstGeom prst="rect">
              <a:avLst/>
            </a:prstGeom>
            <a:solidFill>
              <a:srgbClr val="DD6E6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8" name="rc98"/>
            <p:cNvSpPr/>
            <p:nvPr/>
          </p:nvSpPr>
          <p:spPr>
            <a:xfrm>
              <a:off x="6531489" y="3425477"/>
              <a:ext cx="127000" cy="19049"/>
            </a:xfrm>
            <a:prstGeom prst="rect">
              <a:avLst/>
            </a:prstGeom>
            <a:solidFill>
              <a:srgbClr val="DD6C6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9" name="rc99"/>
            <p:cNvSpPr/>
            <p:nvPr/>
          </p:nvSpPr>
          <p:spPr>
            <a:xfrm>
              <a:off x="6531489" y="3406427"/>
              <a:ext cx="127000" cy="19050"/>
            </a:xfrm>
            <a:prstGeom prst="rect">
              <a:avLst/>
            </a:prstGeom>
            <a:solidFill>
              <a:srgbClr val="DC696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0" name="rc100"/>
            <p:cNvSpPr/>
            <p:nvPr/>
          </p:nvSpPr>
          <p:spPr>
            <a:xfrm>
              <a:off x="6531489" y="3387377"/>
              <a:ext cx="127000" cy="19050"/>
            </a:xfrm>
            <a:prstGeom prst="rect">
              <a:avLst/>
            </a:prstGeom>
            <a:solidFill>
              <a:srgbClr val="DC676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1" name="rc101"/>
            <p:cNvSpPr/>
            <p:nvPr/>
          </p:nvSpPr>
          <p:spPr>
            <a:xfrm>
              <a:off x="6531489" y="3368327"/>
              <a:ext cx="127000" cy="19050"/>
            </a:xfrm>
            <a:prstGeom prst="rect">
              <a:avLst/>
            </a:prstGeom>
            <a:solidFill>
              <a:srgbClr val="DB656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2" name="rc102"/>
            <p:cNvSpPr/>
            <p:nvPr/>
          </p:nvSpPr>
          <p:spPr>
            <a:xfrm>
              <a:off x="6531489" y="3349277"/>
              <a:ext cx="127000" cy="19049"/>
            </a:xfrm>
            <a:prstGeom prst="rect">
              <a:avLst/>
            </a:prstGeom>
            <a:solidFill>
              <a:srgbClr val="DB636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3" name="rc103"/>
            <p:cNvSpPr/>
            <p:nvPr/>
          </p:nvSpPr>
          <p:spPr>
            <a:xfrm>
              <a:off x="6531489" y="3330227"/>
              <a:ext cx="127000" cy="19050"/>
            </a:xfrm>
            <a:prstGeom prst="rect">
              <a:avLst/>
            </a:prstGeom>
            <a:solidFill>
              <a:srgbClr val="DA616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4" name="rc104"/>
            <p:cNvSpPr/>
            <p:nvPr/>
          </p:nvSpPr>
          <p:spPr>
            <a:xfrm>
              <a:off x="6531489" y="3311177"/>
              <a:ext cx="127000" cy="19049"/>
            </a:xfrm>
            <a:prstGeom prst="rect">
              <a:avLst/>
            </a:prstGeom>
            <a:solidFill>
              <a:srgbClr val="DA5E5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5" name="rc105"/>
            <p:cNvSpPr/>
            <p:nvPr/>
          </p:nvSpPr>
          <p:spPr>
            <a:xfrm>
              <a:off x="6531489" y="3292127"/>
              <a:ext cx="127000" cy="19049"/>
            </a:xfrm>
            <a:prstGeom prst="rect">
              <a:avLst/>
            </a:prstGeom>
            <a:solidFill>
              <a:srgbClr val="D95C5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6" name="rc106"/>
            <p:cNvSpPr/>
            <p:nvPr/>
          </p:nvSpPr>
          <p:spPr>
            <a:xfrm>
              <a:off x="6531489" y="3273077"/>
              <a:ext cx="127000" cy="19050"/>
            </a:xfrm>
            <a:prstGeom prst="rect">
              <a:avLst/>
            </a:prstGeom>
            <a:solidFill>
              <a:srgbClr val="D95A5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7" name="rc107"/>
            <p:cNvSpPr/>
            <p:nvPr/>
          </p:nvSpPr>
          <p:spPr>
            <a:xfrm>
              <a:off x="6531489" y="3254027"/>
              <a:ext cx="127000" cy="19049"/>
            </a:xfrm>
            <a:prstGeom prst="rect">
              <a:avLst/>
            </a:prstGeom>
            <a:solidFill>
              <a:srgbClr val="D8585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8" name="rc108"/>
            <p:cNvSpPr/>
            <p:nvPr/>
          </p:nvSpPr>
          <p:spPr>
            <a:xfrm>
              <a:off x="6531489" y="3234977"/>
              <a:ext cx="127000" cy="19050"/>
            </a:xfrm>
            <a:prstGeom prst="rect">
              <a:avLst/>
            </a:prstGeom>
            <a:solidFill>
              <a:srgbClr val="D8565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9" name="rc109"/>
            <p:cNvSpPr/>
            <p:nvPr/>
          </p:nvSpPr>
          <p:spPr>
            <a:xfrm>
              <a:off x="6531489" y="3215927"/>
              <a:ext cx="127000" cy="19049"/>
            </a:xfrm>
            <a:prstGeom prst="rect">
              <a:avLst/>
            </a:prstGeom>
            <a:solidFill>
              <a:srgbClr val="D7545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0" name="rc110"/>
            <p:cNvSpPr/>
            <p:nvPr/>
          </p:nvSpPr>
          <p:spPr>
            <a:xfrm>
              <a:off x="6531489" y="3196877"/>
              <a:ext cx="127000" cy="19049"/>
            </a:xfrm>
            <a:prstGeom prst="rect">
              <a:avLst/>
            </a:prstGeom>
            <a:solidFill>
              <a:srgbClr val="D7515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1" name="rc111"/>
            <p:cNvSpPr/>
            <p:nvPr/>
          </p:nvSpPr>
          <p:spPr>
            <a:xfrm>
              <a:off x="6531489" y="3177827"/>
              <a:ext cx="127000" cy="19050"/>
            </a:xfrm>
            <a:prstGeom prst="rect">
              <a:avLst/>
            </a:prstGeom>
            <a:solidFill>
              <a:srgbClr val="D64F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2" name="rc112"/>
            <p:cNvSpPr/>
            <p:nvPr/>
          </p:nvSpPr>
          <p:spPr>
            <a:xfrm>
              <a:off x="6531489" y="3158777"/>
              <a:ext cx="127000" cy="19049"/>
            </a:xfrm>
            <a:prstGeom prst="rect">
              <a:avLst/>
            </a:prstGeom>
            <a:solidFill>
              <a:srgbClr val="D6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3" name="rc113"/>
            <p:cNvSpPr/>
            <p:nvPr/>
          </p:nvSpPr>
          <p:spPr>
            <a:xfrm>
              <a:off x="6531489" y="3139727"/>
              <a:ext cx="127000" cy="19049"/>
            </a:xfrm>
            <a:prstGeom prst="rect">
              <a:avLst/>
            </a:prstGeom>
            <a:solidFill>
              <a:srgbClr val="D54B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4" name="rc114"/>
            <p:cNvSpPr/>
            <p:nvPr/>
          </p:nvSpPr>
          <p:spPr>
            <a:xfrm>
              <a:off x="6531489" y="3120677"/>
              <a:ext cx="127000" cy="19049"/>
            </a:xfrm>
            <a:prstGeom prst="rect">
              <a:avLst/>
            </a:prstGeom>
            <a:solidFill>
              <a:srgbClr val="D5494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5" name="rc115"/>
            <p:cNvSpPr/>
            <p:nvPr/>
          </p:nvSpPr>
          <p:spPr>
            <a:xfrm>
              <a:off x="6531489" y="3101627"/>
              <a:ext cx="127000" cy="19050"/>
            </a:xfrm>
            <a:prstGeom prst="rect">
              <a:avLst/>
            </a:prstGeom>
            <a:solidFill>
              <a:srgbClr val="D4464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6" name="rc116"/>
            <p:cNvSpPr/>
            <p:nvPr/>
          </p:nvSpPr>
          <p:spPr>
            <a:xfrm>
              <a:off x="6531489" y="3082577"/>
              <a:ext cx="127000" cy="19050"/>
            </a:xfrm>
            <a:prstGeom prst="rect">
              <a:avLst/>
            </a:prstGeom>
            <a:solidFill>
              <a:srgbClr val="D4444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7" name="rc117"/>
            <p:cNvSpPr/>
            <p:nvPr/>
          </p:nvSpPr>
          <p:spPr>
            <a:xfrm>
              <a:off x="6531489" y="3063527"/>
              <a:ext cx="127000" cy="19049"/>
            </a:xfrm>
            <a:prstGeom prst="rect">
              <a:avLst/>
            </a:prstGeom>
            <a:solidFill>
              <a:srgbClr val="D342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8" name="rc118"/>
            <p:cNvSpPr/>
            <p:nvPr/>
          </p:nvSpPr>
          <p:spPr>
            <a:xfrm>
              <a:off x="6531489" y="3044477"/>
              <a:ext cx="127000" cy="19049"/>
            </a:xfrm>
            <a:prstGeom prst="rect">
              <a:avLst/>
            </a:prstGeom>
            <a:solidFill>
              <a:srgbClr val="D3404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9" name="rc119"/>
            <p:cNvSpPr/>
            <p:nvPr/>
          </p:nvSpPr>
          <p:spPr>
            <a:xfrm>
              <a:off x="6531489" y="3025427"/>
              <a:ext cx="127000" cy="19049"/>
            </a:xfrm>
            <a:prstGeom prst="rect">
              <a:avLst/>
            </a:prstGeom>
            <a:solidFill>
              <a:srgbClr val="D23E3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0" name="rc120"/>
            <p:cNvSpPr/>
            <p:nvPr/>
          </p:nvSpPr>
          <p:spPr>
            <a:xfrm>
              <a:off x="6531489" y="3006377"/>
              <a:ext cx="127000" cy="19050"/>
            </a:xfrm>
            <a:prstGeom prst="rect">
              <a:avLst/>
            </a:prstGeom>
            <a:solidFill>
              <a:srgbClr val="D23B3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1" name="rc121"/>
            <p:cNvSpPr/>
            <p:nvPr/>
          </p:nvSpPr>
          <p:spPr>
            <a:xfrm>
              <a:off x="6531489" y="2987327"/>
              <a:ext cx="127000" cy="19049"/>
            </a:xfrm>
            <a:prstGeom prst="rect">
              <a:avLst/>
            </a:prstGeom>
            <a:solidFill>
              <a:srgbClr val="D1393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2" name="rc122"/>
            <p:cNvSpPr/>
            <p:nvPr/>
          </p:nvSpPr>
          <p:spPr>
            <a:xfrm>
              <a:off x="6531489" y="2968277"/>
              <a:ext cx="127000" cy="19050"/>
            </a:xfrm>
            <a:prstGeom prst="rect">
              <a:avLst/>
            </a:prstGeom>
            <a:solidFill>
              <a:srgbClr val="D1373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3" name="rc123"/>
            <p:cNvSpPr/>
            <p:nvPr/>
          </p:nvSpPr>
          <p:spPr>
            <a:xfrm>
              <a:off x="6531489" y="2949227"/>
              <a:ext cx="127000" cy="19050"/>
            </a:xfrm>
            <a:prstGeom prst="rect">
              <a:avLst/>
            </a:prstGeom>
            <a:solidFill>
              <a:srgbClr val="D0353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4" name="rc124"/>
            <p:cNvSpPr/>
            <p:nvPr/>
          </p:nvSpPr>
          <p:spPr>
            <a:xfrm>
              <a:off x="6531489" y="2930177"/>
              <a:ext cx="127000" cy="19050"/>
            </a:xfrm>
            <a:prstGeom prst="rect">
              <a:avLst/>
            </a:prstGeom>
            <a:solidFill>
              <a:srgbClr val="D0333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5" name="rc125"/>
            <p:cNvSpPr/>
            <p:nvPr/>
          </p:nvSpPr>
          <p:spPr>
            <a:xfrm>
              <a:off x="6531489" y="2911127"/>
              <a:ext cx="127000" cy="19049"/>
            </a:xfrm>
            <a:prstGeom prst="rect">
              <a:avLst/>
            </a:prstGeom>
            <a:solidFill>
              <a:srgbClr val="CF303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6" name="rc126"/>
            <p:cNvSpPr/>
            <p:nvPr/>
          </p:nvSpPr>
          <p:spPr>
            <a:xfrm>
              <a:off x="6531489" y="2892077"/>
              <a:ext cx="127000" cy="19049"/>
            </a:xfrm>
            <a:prstGeom prst="rect">
              <a:avLst/>
            </a:prstGeom>
            <a:solidFill>
              <a:srgbClr val="CF2E2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7" name="rc127"/>
            <p:cNvSpPr/>
            <p:nvPr/>
          </p:nvSpPr>
          <p:spPr>
            <a:xfrm>
              <a:off x="6531489" y="2873027"/>
              <a:ext cx="127000" cy="19049"/>
            </a:xfrm>
            <a:prstGeom prst="rect">
              <a:avLst/>
            </a:prstGeom>
            <a:solidFill>
              <a:srgbClr val="CE2C2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8" name="rc128"/>
            <p:cNvSpPr/>
            <p:nvPr/>
          </p:nvSpPr>
          <p:spPr>
            <a:xfrm>
              <a:off x="6531489" y="2853977"/>
              <a:ext cx="127000" cy="19050"/>
            </a:xfrm>
            <a:prstGeom prst="rect">
              <a:avLst/>
            </a:prstGeom>
            <a:solidFill>
              <a:srgbClr val="CE2A2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9" name="rc129"/>
            <p:cNvSpPr/>
            <p:nvPr/>
          </p:nvSpPr>
          <p:spPr>
            <a:xfrm>
              <a:off x="6531489" y="2834927"/>
              <a:ext cx="127000" cy="19049"/>
            </a:xfrm>
            <a:prstGeom prst="rect">
              <a:avLst/>
            </a:prstGeom>
            <a:solidFill>
              <a:srgbClr val="CD282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0" name="rc130"/>
            <p:cNvSpPr/>
            <p:nvPr/>
          </p:nvSpPr>
          <p:spPr>
            <a:xfrm>
              <a:off x="6531489" y="2815877"/>
              <a:ext cx="127000" cy="19050"/>
            </a:xfrm>
            <a:prstGeom prst="rect">
              <a:avLst/>
            </a:prstGeom>
            <a:solidFill>
              <a:srgbClr val="CD262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1" name="tx131"/>
            <p:cNvSpPr/>
            <p:nvPr/>
          </p:nvSpPr>
          <p:spPr>
            <a:xfrm>
              <a:off x="6709289" y="4664025"/>
              <a:ext cx="211856" cy="1113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0.8</a:t>
              </a:r>
            </a:p>
          </p:txBody>
        </p:sp>
        <p:sp>
          <p:nvSpPr>
            <p:cNvPr id="132" name="tx132"/>
            <p:cNvSpPr/>
            <p:nvPr/>
          </p:nvSpPr>
          <p:spPr>
            <a:xfrm>
              <a:off x="6709289" y="4054425"/>
              <a:ext cx="296614" cy="1113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0.84</a:t>
              </a:r>
            </a:p>
          </p:txBody>
        </p:sp>
        <p:sp>
          <p:nvSpPr>
            <p:cNvPr id="133" name="tx133"/>
            <p:cNvSpPr/>
            <p:nvPr/>
          </p:nvSpPr>
          <p:spPr>
            <a:xfrm>
              <a:off x="6709289" y="3444825"/>
              <a:ext cx="296614" cy="1113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0.88</a:t>
              </a:r>
            </a:p>
          </p:txBody>
        </p:sp>
        <p:sp>
          <p:nvSpPr>
            <p:cNvPr id="134" name="tx134"/>
            <p:cNvSpPr/>
            <p:nvPr/>
          </p:nvSpPr>
          <p:spPr>
            <a:xfrm>
              <a:off x="6709289" y="2835225"/>
              <a:ext cx="296614" cy="1113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0.92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Tom Wenseleers</dc:creator>
  <cp:lastModifiedBy/>
  <cp:revision>5</cp:revision>
  <dcterms:created xsi:type="dcterms:W3CDTF">2015-07-14T21:05:00Z</dcterms:created>
  <dcterms:modified xsi:type="dcterms:W3CDTF">2023-03-30T12:33:31Z</dcterms:modified>
</cp:coreProperties>
</file>